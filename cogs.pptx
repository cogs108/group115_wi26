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27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6452-A043-2722-4361-1ED0B093A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7EB36-7FC5-D2FF-A56C-139455FC9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DCBCF-C703-A8B6-BDA3-8635376B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EABE9-997B-F562-4FE9-0EFA98D5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E349-4956-2EAB-F12A-A05F0B4F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7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317B-C07F-6C5C-3996-959E78B2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A71F-5F71-0708-92F6-46AC8F658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547D3-6745-8EEA-4B15-1E7CE210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00636-0557-C0D3-8BA2-5DE02C9E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0443-2F15-1989-E051-9CB5AB2F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5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2B22-1BE8-3666-86A6-C2BD9130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6516E-57FF-443B-3694-1582E9ECC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73E42-6BF2-5DB7-4808-B62C754B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05FD4-9B44-6319-0839-4C181CEB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26A0-DC78-C957-794C-158808AF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3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1536-120A-AC90-B022-BC0AC56A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10E4E-7637-F80B-F18F-898D2E2BC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D3362-84E8-325D-0D38-A96CCD9E8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87F61-39D0-A5B2-5F98-56567D90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9B616-C287-AFB4-759B-8BD0D90F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5BD9E-E39A-C5C5-ACD9-D7EA7B6B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3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61F5-9D8A-9005-1F71-AC069210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39E5A-7809-FF83-5CA8-9FBA3123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93666-0B95-20E8-BD6C-CC39C3C3B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C93B3-D6C4-0716-4291-940B7B3AB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22CF8-E7CC-9A31-BF95-AAF5DD16C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665C4-77FF-A0EE-C448-5D164BF3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32EA2-1BF5-A196-D024-D587DFD3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66F74-7AF0-79F4-27DB-9A5CFE2E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7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C747-9250-865F-D99D-7BE09844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ADE53-CACE-3BAC-F5E2-76DEA728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F925C-5E94-2244-22EC-9165C692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14164-3DD7-4AC9-B3BC-51B7AB19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1947B-1CBA-7C3A-8F2E-D046D3C4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FA364-C516-9CE6-35FF-62FA265C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6B71A-F463-1942-0AFF-8E45A2DB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0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E6FA-2A26-9ED4-2FC1-920407F4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6036-01EC-8ED3-B36A-FBDA5D03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FADFA-6615-D853-67EA-139C90310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298A3-46C4-F1B9-79B0-6FFE1AFD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0B606-A07E-4878-D917-EE5079E2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CE9BF-0CDB-EB76-AF61-4030D8E7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4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8EF6-FA40-CC6E-5638-9B9481D2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6E7E7-D82B-E877-F0AD-0AC9846F7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CEC9D-2D77-D5E6-CF8C-24769DDA5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1DC11-CF31-8D2F-7B85-A9162F17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40B17-1F66-1C77-2385-D8B022D8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EA87B-6210-127B-FFDA-032A9EA5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9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2E5A-8AB0-D636-BE48-78A7337B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0F9C0-FA22-C294-18DA-AB5DD23A5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32C8-8D8C-545F-0576-8879DF1D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F5BB-FA48-3AC5-AF7B-CDD7E30C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E19-970A-6B70-457D-8B1D822B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7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3B218-8771-084F-8548-8753A6B3B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EACAE-FB23-1850-D1A2-A0E0AA6C5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A8319-2455-8D2D-82FF-0EBEDC39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BE6BB-4DD0-C43D-8073-B44677E1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0929-3E2F-6D37-0839-4A66147A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5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A448A-46A4-4BB9-984D-66FBECA8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58486-2EB7-C149-C765-F95546BE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04E6-792B-BB40-FB30-A288ABFD9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A428B-6EFE-424B-8902-34C6E44AC41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3D43-DDFE-C7B4-F177-DDAFEDECF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6ED0-7E09-E3C6-B8E8-C02DF8BEB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07169-E037-428B-9A7D-13111B1B7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1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94FA-6782-6F37-6A5D-4E934738F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AC352-A8D8-69EC-AD57-BA35762EF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F560F-687B-1F87-CFC6-B28AF06E9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4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D5561-FEEB-B8F9-2AF7-3FB0E604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570B-4F3D-668E-B2AB-6BAD09147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D8AA5-547F-C729-C699-9F4F09846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48F19-1805-FB86-4029-985586589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5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B1E2-70BD-296C-3651-0A266B93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FEE7-FB11-356B-1E85-0D96A158CA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6D019-2CA1-0FF5-A949-9155417AD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23156-41A1-7594-DA2D-D74B7E913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0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10E8F-63F2-96DC-C34D-C6063BEE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D661-C7D5-E4C0-1CD6-D1F142F1F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86E63-423A-E034-AD18-173AC55A3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1A9B58-C452-44C1-7CBE-461F4B5B8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Video 27">
            <a:hlinkClick r:id="" action="ppaction://media"/>
            <a:extLst>
              <a:ext uri="{FF2B5EF4-FFF2-40B4-BE49-F238E27FC236}">
                <a16:creationId xmlns:a16="http://schemas.microsoft.com/office/drawing/2014/main" id="{7C84C0C9-66D1-C5B8-B079-1E41322C1F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6000" y="5143500"/>
            <a:ext cx="2285999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74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723"/>
    </mc:Choice>
    <mc:Fallback>
      <p:transition spd="slow" advTm="517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C188-3E2A-4AE0-27FF-E6E49224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96D8-1DFE-1D48-7796-5C8D21B63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68FF8-E638-4770-A85E-157750EC8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80C2C-EEA4-3976-DBA8-ADF38FF63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4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花已开 城南</dc:creator>
  <cp:lastModifiedBy>花已开 城南</cp:lastModifiedBy>
  <cp:revision>2</cp:revision>
  <dcterms:created xsi:type="dcterms:W3CDTF">2026-03-18T00:57:44Z</dcterms:created>
  <dcterms:modified xsi:type="dcterms:W3CDTF">2026-03-18T01:32:31Z</dcterms:modified>
</cp:coreProperties>
</file>